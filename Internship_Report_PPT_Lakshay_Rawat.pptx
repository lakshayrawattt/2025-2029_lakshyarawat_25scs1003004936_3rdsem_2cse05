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3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937760"/>
            <a:ext cx="2377440" cy="237744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475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31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8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·  AICTE NATIONAL INTERNSHIP PORTAL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Report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2011680" cy="0"/>
          </a:xfrm>
          <a:prstGeom prst="line">
            <a:avLst/>
          </a:prstGeom>
          <a:noFill/>
          <a:ln w="38100">
            <a:solidFill>
              <a:srgbClr val="E639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663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July 2026 – 15 August 2026  (1 Month)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9144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5953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CREDENTIALS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Lakshay Rawat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  •  Batch 2026-27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2395728"/>
            <a:ext cx="288036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254203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25SCS1003004936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434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1C86D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66760" y="4434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•  Internship Completed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Report submitted in partial fulfilment of the requirement for the degree of B.Tech CSE (Artificial Intelligence and Machine Learning)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Rawat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25SCS1003004936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(Artificial Intelligence and Machine Learning)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7804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– AICTE National Internship Portal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(15 Jul 2026 – 15 Aug 2026)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MODE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ID / AICTE ID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E19E86-0116588288923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Codec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is a global platform empowering learners and connecting diverse talent to meaningful career opportunities. It is an ISO 9001:2015 certified organization delivering IT and business consultancy services across 27+ countries, and is recognized as a Google for Education partner.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61518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2691994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780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Collaboration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44144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internship programmes under the AICTE National Internship Portal (NIP) framework, empowering engineering talent across India.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03250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4109314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Alignment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85876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dedicated IT and business consultancy services across 27+ countries, bridging academia and industry practice.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51663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544982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5526634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531266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Focus Domains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434840" y="527608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IT Consultancy, Business Automation, and Enterprise Strategy for global clients.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Project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FBDC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Challenge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curriculum extensively covers building Machine Learning and AI models, students often lack hands-on exposure to applying such models within a structured, professional, industry environment.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model or idea in isolation provides limited value until it is scoped, developed, tested, and reviewed the way a real business project demands.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Scope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the practical Artificial Intelligence project lifecycle: requirement analysis, solution/model development, API-based integration, and structured review under an assigned Project Head.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mastering industry practice — turning an AI concept into a reviewed, documented, and demo-ready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16258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Development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test an AI/ML based solution addressing the assigned project's requirements.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43" y="16258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Integration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solution functionality through FastAPI/REST endpoints for consumption by demo applications.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41404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Agent Workflows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 agents and automation pipelines using frameworks such as LangChain and LlamaIndex.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41404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Quality Assurance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feedback from weekly performance reviews conducted by the assigned Project Head.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7282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APIs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Services)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28216"/>
            <a:ext cx="521208" cy="521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&amp; Ops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70332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47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04088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728216"/>
            <a:ext cx="521208" cy="5212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7220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&amp; Agents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9224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636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LlamaIndex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Databases, RAG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2396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26" name="Shape 21"/>
          <p:cNvSpPr/>
          <p:nvPr/>
        </p:nvSpPr>
        <p:spPr>
          <a:xfrm>
            <a:off x="982980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1728216"/>
            <a:ext cx="521208" cy="5212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6112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&amp; Reporting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28116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0525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reports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1424635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2344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2344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forming the core intelligence of the solution.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0370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22576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" y="2393899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20370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20370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wrapper exposing the model logic via REST endpoints.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17296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9184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3363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 Layer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389120" y="317296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packaged with its dependencies for portability.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57200" y="414223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261104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" y="4332427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142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Agent Layer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389120" y="414223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and Streamlit/Gradio front-ends consuming the AI logic.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511149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230368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" y="5301691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1114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Layer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11149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Project Head reviews progress via weekly performance reviews.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 (Week 1 to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38100">
            <a:solidFill>
              <a:srgbClr val="1C8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AI Foundations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with Codec Technologies, AI/ML lifecycle concepts, and requirement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9592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Development &amp; API Integration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development of the AI/ML solution, exposed via APIs for a demo application.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7628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Automation &amp; Review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solution, exploring automation workflows, and incorporating review feedback.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75664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2396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Final Submission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project documentation, and submission of tasks to the Project Head.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2124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&amp; Demonstrated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419149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2344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Solution Contribution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23444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development of an AI/ML based solution as part of an industry team.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6712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286000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23518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16712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Basic Containerization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1671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exposing AI logic through APIs and basic containerization practices.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18688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28452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09981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Automation Workflows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09981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AI agent and automation workflow concepts used in business applications.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3250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151376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421721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03250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Quality Awareness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617720" y="403250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AI security, privacy, and quality considerations while integrating AI into apps.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96519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084064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5149901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9651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Team Collaboration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96519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working in a hybrid, Pan-India project team with structured weekly performance reviews.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Official Record / Credential Details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Internship Title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Artificial Intelligence Internship (Project Intern)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Issuing Organization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Codec Technologies Pvt. Ltd. (ISO 9001:2015 Certified)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Academic Patronage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AICTE National Internship Portal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NCS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E19E86-0116588288923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AICTE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CORPORATE6759d549ce59e1733940553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Duration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15 July 2026 – 15 August 2026 (Date of Issue: 15 Jul 2026)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2400" dirty="0"/>
          </a:p>
        </p:txBody>
      </p:sp>
      <p:pic>
        <p:nvPicPr>
          <p:cNvPr id="3" name="Image 0" descr="/home/claude/build/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912937"/>
            <a:ext cx="8778240" cy="548932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3291840" cy="329184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03904" y="361188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86784" y="3730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Rawat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25SCS1003004936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9904" y="3794760"/>
            <a:ext cx="0" cy="77724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37307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2026-08-30T17:26:26Z</dcterms:created>
  <dcterms:modified xsi:type="dcterms:W3CDTF">2026-08-30T17:26:26Z</dcterms:modified>
</cp:coreProperties>
</file>